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4973D0-B5C8-40FF-9796-F88AEBF676E2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5FBFD62-6385-4D3C-A8A1-A8EEFDCEB022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uhammad-azaan-83b7ba37a" TargetMode="External"/><Relationship Id="rId2" Type="http://schemas.openxmlformats.org/officeDocument/2006/relationships/hyperlink" Target="https://github.com/azi-irfan-1907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>
                <a:solidFill>
                  <a:schemeClr val="bg1"/>
                </a:solidFill>
              </a:rPr>
              <a:t>INTRODUCTION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NAME:- </a:t>
            </a:r>
            <a:r>
              <a:rPr lang="en-US" b="1" dirty="0" smtClean="0"/>
              <a:t>Muhammad Azaan</a:t>
            </a:r>
            <a:endParaRPr lang="en-US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FATHER NAME:- </a:t>
            </a:r>
            <a:r>
              <a:rPr lang="en-US" b="1" dirty="0" smtClean="0"/>
              <a:t>Muhammad Irfan </a:t>
            </a:r>
            <a:endParaRPr lang="en-US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AGE:- </a:t>
            </a:r>
            <a:r>
              <a:rPr lang="en-US" b="1" dirty="0" smtClean="0"/>
              <a:t>16</a:t>
            </a:r>
            <a:endParaRPr lang="en-US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EMAIL:- </a:t>
            </a:r>
            <a:r>
              <a:rPr lang="en-US" b="1" dirty="0" smtClean="0"/>
              <a:t>aziirfan1909@gmail.com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GITHUB:- </a:t>
            </a:r>
            <a:r>
              <a:rPr lang="en-US" b="1" dirty="0" smtClean="0">
                <a:hlinkClick r:id="rId2"/>
              </a:rPr>
              <a:t>gitub.com</a:t>
            </a:r>
            <a:endParaRPr lang="en-US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LINKDIN:- </a:t>
            </a:r>
            <a:r>
              <a:rPr lang="en-US" b="1" dirty="0" smtClean="0">
                <a:hlinkClick r:id="rId3"/>
              </a:rPr>
              <a:t>linkdin.com</a:t>
            </a:r>
            <a:endParaRPr lang="en-US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PHONE NUMBER:- </a:t>
            </a:r>
            <a:r>
              <a:rPr lang="en-US" b="1" dirty="0" smtClean="0"/>
              <a:t>03032987689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16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dirty="0" smtClean="0">
                <a:solidFill>
                  <a:schemeClr val="bg1"/>
                </a:solidFill>
              </a:rPr>
              <a:t>PERSONALITY TRAITS AND PASSION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Mature &amp; Responsible</a:t>
            </a:r>
            <a:r>
              <a:rPr lang="en-US" b="1" dirty="0" smtClean="0">
                <a:solidFill>
                  <a:schemeClr val="bg1"/>
                </a:solidFill>
              </a:rPr>
              <a:t>:- 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sz="2400" dirty="0"/>
              <a:t>I approach my responsibilities with a thoughtful and serious </a:t>
            </a:r>
            <a:r>
              <a:rPr lang="en-US" sz="2400" dirty="0" smtClean="0"/>
              <a:t>mindset</a:t>
            </a:r>
            <a:r>
              <a:rPr lang="en-US" sz="2400" dirty="0"/>
              <a:t>.</a:t>
            </a:r>
            <a:endParaRPr lang="en-US" sz="2400" dirty="0" smtClean="0"/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Passionate about </a:t>
            </a:r>
            <a:r>
              <a:rPr lang="en-US" b="1" dirty="0" smtClean="0">
                <a:solidFill>
                  <a:schemeClr val="bg1"/>
                </a:solidFill>
              </a:rPr>
              <a:t>Learning:-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sz="2400" dirty="0"/>
              <a:t>My interests include coding and continuously learning new things</a:t>
            </a:r>
            <a:r>
              <a:rPr lang="en-US" sz="2400" dirty="0" smtClean="0"/>
              <a:t>.</a:t>
            </a: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Hobbies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r>
              <a:rPr lang="en-US" sz="2400" b="1" dirty="0" smtClean="0">
                <a:solidFill>
                  <a:schemeClr val="bg1"/>
                </a:solidFill>
              </a:rPr>
              <a:t>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sz="2400" dirty="0" smtClean="0"/>
              <a:t>I enjoy watching funny drama in free time.</a:t>
            </a: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137160" indent="0">
              <a:buClr>
                <a:schemeClr val="bg1"/>
              </a:buClr>
              <a:buSzPct val="110000"/>
              <a:buNone/>
            </a:pP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4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>
                <a:solidFill>
                  <a:schemeClr val="bg1"/>
                </a:solidFill>
              </a:rPr>
              <a:t>ACHIEVEMENTS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70916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SzPct val="95000"/>
              <a:buFont typeface="Wingdings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Academic Excellence</a:t>
            </a:r>
            <a:r>
              <a:rPr lang="en-US" b="1" dirty="0" smtClean="0">
                <a:solidFill>
                  <a:schemeClr val="bg1"/>
                </a:solidFill>
              </a:rPr>
              <a:t>:-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Awarded </a:t>
            </a:r>
            <a:r>
              <a:rPr lang="en-US" sz="2400" b="1" dirty="0"/>
              <a:t>"STAR STUDENT"</a:t>
            </a:r>
            <a:r>
              <a:rPr lang="en-US" sz="2400" dirty="0"/>
              <a:t> for best attendance and performance in studies.</a:t>
            </a: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Achieved </a:t>
            </a:r>
            <a:r>
              <a:rPr lang="en-US" sz="2400" dirty="0" smtClean="0"/>
              <a:t>the no. 1 </a:t>
            </a:r>
            <a:r>
              <a:rPr lang="en-US" sz="2400" dirty="0"/>
              <a:t>highest percentage in my school on the 9th-grade board exams with 85</a:t>
            </a:r>
            <a:r>
              <a:rPr lang="en-US" sz="2400" b="1" dirty="0" smtClean="0"/>
              <a:t>%</a:t>
            </a:r>
            <a:r>
              <a:rPr lang="en-US" sz="2400" dirty="0" smtClean="0"/>
              <a:t>. “</a:t>
            </a:r>
            <a:r>
              <a:rPr lang="en-US" sz="1800" dirty="0" smtClean="0"/>
              <a:t>ALHUMDULLILAH ”</a:t>
            </a: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endParaRPr lang="en-US" sz="1800" dirty="0"/>
          </a:p>
          <a:p>
            <a:pPr>
              <a:buClr>
                <a:schemeClr val="bg1"/>
              </a:buClr>
              <a:buSzPct val="95000"/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bg1"/>
                </a:solidFill>
              </a:rPr>
              <a:t>SKILLS LEARN FROM THIS COURSE:-</a:t>
            </a:r>
          </a:p>
          <a:p>
            <a:pPr>
              <a:buClr>
                <a:schemeClr val="bg1"/>
              </a:buClr>
              <a:buSzPct val="95000"/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sz="2400" dirty="0"/>
              <a:t>I am proficient in MS Office and have a strong overview of </a:t>
            </a:r>
            <a:r>
              <a:rPr lang="en-US" sz="2400" b="1" dirty="0"/>
              <a:t>coding and networking</a:t>
            </a:r>
            <a:r>
              <a:rPr lang="en-US" sz="2400" dirty="0"/>
              <a:t>, gained through my CIT (Certificate in Information Technology) </a:t>
            </a:r>
            <a:r>
              <a:rPr lang="en-US" sz="2400" dirty="0" smtClean="0"/>
              <a:t>course.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9208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>
                <a:solidFill>
                  <a:schemeClr val="bg1"/>
                </a:solidFill>
              </a:rPr>
              <a:t>STRENTH AND GROWTH AREAS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Strength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WEAKNESS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sz="2600" b="1" dirty="0">
                <a:solidFill>
                  <a:schemeClr val="bg1"/>
                </a:solidFill>
              </a:rPr>
              <a:t>Quick </a:t>
            </a:r>
            <a:r>
              <a:rPr lang="en-US" sz="2600" b="1" dirty="0" smtClean="0">
                <a:solidFill>
                  <a:schemeClr val="bg1"/>
                </a:solidFill>
              </a:rPr>
              <a:t>Learner:-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dirty="0"/>
              <a:t>I easily understand new topics and am very skilled in active classroom participation, as I enjoy doing activities in class.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sz="2800" b="1" dirty="0" smtClean="0">
                <a:solidFill>
                  <a:schemeClr val="bg1"/>
                </a:solidFill>
              </a:rPr>
              <a:t>Punctuality:-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dirty="0" smtClean="0"/>
              <a:t>I </a:t>
            </a:r>
            <a:r>
              <a:rPr lang="en-US" dirty="0"/>
              <a:t>am actively working on my time management to ensure I am on time for all my </a:t>
            </a:r>
            <a:r>
              <a:rPr lang="en-US" dirty="0" smtClean="0"/>
              <a:t>commitments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503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>
                <a:solidFill>
                  <a:schemeClr val="bg1"/>
                </a:solidFill>
              </a:rPr>
              <a:t>MY GOALS AND INSPIRATION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Future Goal</a:t>
            </a:r>
            <a:r>
              <a:rPr lang="en-US" b="1" dirty="0" smtClean="0">
                <a:solidFill>
                  <a:schemeClr val="bg1"/>
                </a:solidFill>
              </a:rPr>
              <a:t>:-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sz="2400" dirty="0"/>
              <a:t>My dream is to become a software engineer</a:t>
            </a:r>
            <a:r>
              <a:rPr lang="en-US" sz="2400" dirty="0" smtClean="0"/>
              <a:t>.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10000"/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Role </a:t>
            </a:r>
            <a:r>
              <a:rPr lang="en-US" b="1" dirty="0" smtClean="0">
                <a:solidFill>
                  <a:schemeClr val="bg1"/>
                </a:solidFill>
              </a:rPr>
              <a:t>Model:-</a:t>
            </a:r>
          </a:p>
          <a:p>
            <a:pPr marL="137160" indent="0">
              <a:buClr>
                <a:schemeClr val="bg1"/>
              </a:buClr>
              <a:buSzPct val="110000"/>
              <a:buNone/>
            </a:pPr>
            <a:r>
              <a:rPr lang="en-US" sz="2400" dirty="0"/>
              <a:t>My cousin, </a:t>
            </a:r>
            <a:r>
              <a:rPr lang="en-US" sz="2400" b="1" dirty="0"/>
              <a:t>Saim</a:t>
            </a:r>
            <a:r>
              <a:rPr lang="en-US" sz="2400" dirty="0"/>
              <a:t>, is my role model. He is like a big brother to me, works in the same field (Computer Science), and completed his master's degree in Finland. His journey inspires me to pursue my own goals.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8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>
                <a:solidFill>
                  <a:schemeClr val="bg1"/>
                </a:solidFill>
              </a:rPr>
              <a:t>FUN FACT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dirty="0"/>
              <a:t>My favorite memory from my CIT course was when my sir used a funny example to explain a networking topic. It made a complex subject easy to understand and was a lot of fun.</a:t>
            </a:r>
          </a:p>
        </p:txBody>
      </p:sp>
    </p:spTree>
    <p:extLst>
      <p:ext uri="{BB962C8B-B14F-4D97-AF65-F5344CB8AC3E}">
        <p14:creationId xmlns:p14="http://schemas.microsoft.com/office/powerpoint/2010/main" val="185194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115</TotalTime>
  <Words>297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Apex</vt:lpstr>
      <vt:lpstr>INTRODUCTION </vt:lpstr>
      <vt:lpstr>PERSONALITY TRAITS AND PASSION</vt:lpstr>
      <vt:lpstr>ACHIEVEMENTS</vt:lpstr>
      <vt:lpstr>STRENTH AND GROWTH AREAS</vt:lpstr>
      <vt:lpstr>MY GOALS AND INSPIRATION</vt:lpstr>
      <vt:lpstr>FUN FACT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7</cp:revision>
  <dcterms:created xsi:type="dcterms:W3CDTF">2025-09-25T20:33:33Z</dcterms:created>
  <dcterms:modified xsi:type="dcterms:W3CDTF">2025-09-25T22:29:52Z</dcterms:modified>
</cp:coreProperties>
</file>